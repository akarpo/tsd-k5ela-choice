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The variable that differs is curriculum.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05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Pre/Post-COVID Δ  (MI affluent peers)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41732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+0.026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7080" y="141732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7A3D"/>
                </a:solidFill>
                <a:latin typeface="Calibri"/>
              </a:rPr>
              <a:t>◄ best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70078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70078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8424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Walled Lake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198424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267712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26771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55117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55117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−0.103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83464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83464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11810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311810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40156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40156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7080" y="340156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02121"/>
                </a:solidFill>
                <a:latin typeface="Calibri"/>
              </a:rPr>
              <a:t>◄ worst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2025 G4 ELA M-STEP¹⁰,¹³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429768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Birmingham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429768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75.4%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27080" y="429768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(4% Asian)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58114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458114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70.6%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27080" y="4581144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(9% Asian)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86460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Novi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486460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68.5%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7080" y="486460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(49% Asian)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148072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Rochester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14807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67.9%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7080" y="5148072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(17% Asian)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543153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43153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  <a:latin typeface="Consolas"/>
              </a:rPr>
              <a:t>66.3%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27080" y="5431536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B02121"/>
                </a:solidFill>
                <a:latin typeface="Calibri"/>
              </a:rPr>
              <a:t>(37% Asian)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5852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B02121"/>
                </a:solidFill>
                <a:latin typeface="Calibri"/>
              </a:rPr>
              <a:t>Troy at G4 sits BELOW four MI peers with smaller Asian populations.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Troy's worst subgroup declines are the affluent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Across 7 SEDA subgroups, Troy ranks bottom-5 on 5 of them — including the demographics affluence should protect</a:t>
            </a:r>
          </a:p>
        </p:txBody>
      </p:sp>
      <p:pic>
        <p:nvPicPr>
          <p:cNvPr id="5" name="Picture 4" descr="chart15_troy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315200" cy="46551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863840" y="914400"/>
            <a:ext cx="411480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051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Troy SEDA Δ rank per subgroup¹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6304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Subgroup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4630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Rank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146304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764792"/>
            <a:ext cx="365760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8288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Asian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1828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34/35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1828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−0.347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1828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15798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White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1579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44/46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21579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−0.231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21579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4871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4871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42/46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248716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−0.252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24871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47/49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281635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−0.253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28163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14553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14553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27/33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314553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−0.274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347472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EconDis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4747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32/47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3474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−0.147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380390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803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12/39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380390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−0.031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029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The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53949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MORE affluent the subgroup, the WORSE Troy's decline.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exact inverse of what "demographics protect against COVID disruption" predicts.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469412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749039" cy="28803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on M-STEP %Adv+Prof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SWD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non-SWD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State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−6.7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−5.0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−6.7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−2.1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−7.2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−2.2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3520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 SWD fell 1.7× faster than non-SWD — at the foundational reading grade.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886200"/>
            <a:ext cx="3749039" cy="22402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9502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251960"/>
            <a:ext cx="3520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37.1% pre-COVID → 25.4%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Pre-COVID, Troy SWD G3 sat 7.6pp BELOW state All.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Today it sits 14.4pp BELOW state All — gap nearly doubled.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 (explicit phonics, decodable text, knowledge-building).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 are falling FASTEST at Troy.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the "regression-to-mean for high-achievers" defense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— SWD students aren't high-achievers.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K-2 Acadience/DIBELS with intervention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