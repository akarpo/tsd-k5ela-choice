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0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4173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+0.026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141732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7A3D"/>
                </a:solidFill>
                <a:latin typeface="Calibri"/>
              </a:rPr>
              <a:t>◄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007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7007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8424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Walled 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1984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26771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26771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55117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511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−0.103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83464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346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11810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31181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40156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0156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3401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02121"/>
                </a:solidFill>
                <a:latin typeface="Calibri"/>
              </a:rPr>
              <a:t>◄ worst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29768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429768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75.4%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80" y="42976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(4% Asian)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58114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581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7080" y="45811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(9% Asian)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86460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4864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68.5%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486460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(49% Asian)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14807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1480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67.9%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7080" y="5148072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(17% Asian)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543153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onsolas"/>
              </a:rPr>
              <a:t>66.3%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7080" y="5431536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B02121"/>
                </a:solidFill>
                <a:latin typeface="Calibri"/>
              </a:rPr>
              <a:t>(37% Asian)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6304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4630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146304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764792"/>
            <a:ext cx="365760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8288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Asian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828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34/35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1828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−0.347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1579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White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157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44/46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579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2157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4871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42/46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48716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24871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47/49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81635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2816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14553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1455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27/33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14553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−0.274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47472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EconDis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4747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32/47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474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80390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03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12/39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0390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24408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749039" cy="28803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on M-STEP %Adv+Prof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SWD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non-SWD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−5.0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−2.1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−7.2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−2.2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 SWD fell 1.7× faster than non-SWD — at the foundational reading grade.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886200"/>
            <a:ext cx="3749039" cy="22402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9502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251960"/>
            <a:ext cx="3520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37.1% pre-COVID → 25.4%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Pre-COVID, Troy SWD G3 sat 7.6pp BELOW state All.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Today it sits 14.4pp BELOW state All — gap nearly doubled.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 (explicit phonics, decodable text, knowledge-building).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 are falling FASTEST at Troy.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the "regression-to-mean for high-achievers" defense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— SWD students aren't high-achievers.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