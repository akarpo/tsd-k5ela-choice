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506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change analysis  •  Pre-COVID baseline ±0.25 of Troy, enrollment ≥150/grade-year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6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— higher rank = worse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dropped from top-third to bottom 40% on the ELA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Absolute performance level among 504 peers — not just change, but where Troy sits now</a:t>
            </a:r>
          </a:p>
        </p:txBody>
      </p:sp>
      <p:pic>
        <p:nvPicPr>
          <p:cNvPr id="5" name="Picture 4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669280" cy="4157472"/>
          </a:xfrm>
          <a:prstGeom prst="rect">
            <a:avLst/>
          </a:prstGeom>
        </p:spPr>
      </p:pic>
      <p:pic>
        <p:nvPicPr>
          <p:cNvPr id="6" name="Picture 5" descr="chart_seda_rank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68680"/>
            <a:ext cx="5760720" cy="4224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11612880" cy="13716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Every subgroup: pre-COVID rank → post-COVID rank (among 504 level-matched peers, 1 = highest)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171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+0.476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106 / 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221 / 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+1.089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373 / 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432 / 497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+0.362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124 / 175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147 / 179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230 / 331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197 / 376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F7A3D"/>
                </a:solidFill>
                <a:latin typeface="Calibri"/>
              </a:rPr>
              <a:t>▲ 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155 / 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325 / 495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+0.846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44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318 / 461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+0.012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618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8424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3055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5176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529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697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9923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2044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2160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66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679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8912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4348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7365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578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4589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035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6052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0253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200253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677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6771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3288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53288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3522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25526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2044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5204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8561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78561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507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40507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159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31596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81144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58114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200253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200253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677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6771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53288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53288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798064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79806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06324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063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4655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78561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78561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0507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40507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3159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31596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581144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58114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8463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8463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